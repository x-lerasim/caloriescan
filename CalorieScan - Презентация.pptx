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3743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4744" y="1394445"/>
            <a:ext cx="41144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CalorieScan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232173" y="2232645"/>
            <a:ext cx="26795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Счетчик Калорий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54701" y="2937495"/>
            <a:ext cx="46345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распознавание продуктов питания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51800" y="2785095"/>
            <a:ext cx="1640326" cy="192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br>
              <a:rPr lang="ru-RU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ru-RU" sz="1350" dirty="0">
              <a:solidFill>
                <a:srgbClr val="94A3B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endParaRPr lang="ru-RU" sz="1350" dirty="0">
              <a:solidFill>
                <a:srgbClr val="94A3B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r>
              <a:rPr lang="ru-RU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Анисимов Валерий Александрович</a:t>
            </a:r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КГЭУ • Казань,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современного питания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3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данным ВОЗ, ожирение и связанные с ним заболевания представляют серьёзную угрозу для здоровья населения.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208783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Традиционные методы подсчёта калорий требуют ручного ввода и приводят к ошибкам.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258313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веб-приложение для автоматического распознавания продуктов по фотографии.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0657" y="2046015"/>
            <a:ext cx="236261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2457450"/>
            <a:ext cx="79248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 для автоматического распознавания продуктов питания по фотографии и подсчёта их пищевой ценности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Выбранная архитектура: Vision Transformer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Модель: nateraw/food (дообученная на датасете Food-101)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0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Размер входного изображения: 224×224 пикселей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958206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Количество классов: 101 категория блюд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27439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Точность: 89.13% на тестовой выборке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590577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Архитектура на основе механизма внимания (Transformer)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Streamlit?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Минимальное время разработки интерфейса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Встроенная поддержка загрузки изображений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29606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Интеграция с PyTorch и TensorFlow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6959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Бесплатный хостинг на Streamlit Cloud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209577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Интерактивные виджеты для параметров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66763"/>
            <a:ext cx="7924800" cy="113913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31303"/>
            <a:ext cx="7924800" cy="113913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20331"/>
            <a:ext cx="7924800" cy="113913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приложения CalorieScan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449087"/>
            <a:ext cx="746150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742245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 на Streamlit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94400"/>
            <a:ext cx="746150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087558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изображений и инференс модели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43214"/>
            <a:ext cx="746150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Модель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326424"/>
            <a:ext cx="7461504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Transformer для классификации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функции приложения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Загрузка фотографии еды через веб-интерфейс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Автоматическое распознавание категории блюда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29606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Подсчёт калорий и макронутриентов (БЖУ)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6959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Настройка размера порции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209577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Визуализация результатов в графиках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6814" y="3385769"/>
            <a:ext cx="4038600" cy="14629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1: Распознавание Батона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 модели: 98.9%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 Хлеб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034406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ценность (на 100г):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23951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Калории: 530 ккал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526655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Белки: 18 г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729359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Жиры: 6 г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932063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Углеводы: 98 г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02386" y="3543079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теста: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5853" y="3825385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Модель корректно распознала хлеб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5853" y="4264170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Высокая уверенность 98.9%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5853" y="4044519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Данные пищевой ценности точны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90113E7-EECE-575F-BEFB-E2B5E3C2B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439666"/>
            <a:ext cx="4093062" cy="23025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73" y="3339327"/>
            <a:ext cx="4038600" cy="14629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2: Распознавание Гамбургера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 модели: 98.2%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 Гамбургер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034406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ценность (на 100г):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23951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Калории: 590 ккал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526655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Белки: 34 г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729359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Жиры: 28 г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932063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Углеводы: 48 г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609600" y="3452045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теста: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659" y="3734094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Успешно распознан гамбургер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659" y="3957909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Уверенность 98.2%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659" y="4170502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Высокое содержание белка 34г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CA3FE6-073C-30E0-8948-8C8A318DC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45032"/>
            <a:ext cx="4229324" cy="28195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769" y="3362780"/>
            <a:ext cx="4038600" cy="14629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3: Распознавание Пиццы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 модели: 99.6%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 Пицца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034406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ценность (на 100г):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323951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Калории: 532 ккал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526655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Белки: 22 г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2729359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Жиры: 20 г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09600" y="2932063"/>
            <a:ext cx="3653028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Углеводы: 66 г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485555" y="3604335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теста: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5555" y="3881646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Лучший результат 99.6%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5555" y="4094270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Идентификация пиццы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5555" y="4306894"/>
            <a:ext cx="365302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Высокий уровень углеводов 66г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D0EADB-A43F-885D-5B2A-964F33C5B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106" y="1210988"/>
            <a:ext cx="3182957" cy="25988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53580"/>
            <a:ext cx="7924800" cy="15391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результатов тестирования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79400" y="1249635"/>
            <a:ext cx="1101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98.9%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9400" y="1783035"/>
            <a:ext cx="110195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Батон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1025" y="1249635"/>
            <a:ext cx="1101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021025" y="1783035"/>
            <a:ext cx="110195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Гамбургер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62575" y="1249635"/>
            <a:ext cx="1101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662575" y="1783035"/>
            <a:ext cx="1101950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Пицца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2682180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результатов: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200" y="297172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точность: 98.9%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200" y="326127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тесты успешны (выше 98%)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200" y="355081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демонстрирует высокую надежность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Командная разработка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Репозиторий: GitHub (x-lerasim/CalorieScan)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✔️ Тестирование: pytest для автоматических проверок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29606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CI/CD: GitHub Actions для непрерывной интеграции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6959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Развертывание: Streamlit Cloud (доступно онлайн)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0970" y="1857449"/>
            <a:ext cx="378198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в облаке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05637" y="2573685"/>
            <a:ext cx="373272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https://caloriescan123.streamlit.app/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04159" y="3046065"/>
            <a:ext cx="353568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 для использования прямо сейчас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на будущее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Расширение базы данных пищевой ценности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8962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Распознавание нескольких продуктов на одном фото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729606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История анализов для отслеживания дневного рациона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1969591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Интеграция с мобильными устройствами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209577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Дообучение модели для повышения точности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0570" y="1725960"/>
            <a:ext cx="388286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20002" y="2365995"/>
            <a:ext cx="9039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43971" y="2937495"/>
            <a:ext cx="325598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github.com/x-lerasim/CalorieScan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77143" y="3177480"/>
            <a:ext cx="278971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caloriescan123.streamlit.app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518</Words>
  <Application>Microsoft Macintosh PowerPoint</Application>
  <PresentationFormat>On-screen Show (16:9)</PresentationFormat>
  <Paragraphs>118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Denzel</cp:lastModifiedBy>
  <cp:revision>2</cp:revision>
  <dcterms:created xsi:type="dcterms:W3CDTF">2026-01-26T22:22:49Z</dcterms:created>
  <dcterms:modified xsi:type="dcterms:W3CDTF">2026-01-26T22:27:55Z</dcterms:modified>
</cp:coreProperties>
</file>